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3.xml" ContentType="application/xml"/>
  <Override PartName="/customXml/itemProps3.xml" ContentType="application/vnd.openxmlformats-officedocument.customXml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8.xml" ContentType="application/vnd.openxmlformats-officedocument.theme+xml"/>
  <Override PartName="/ppt/theme/theme11.xml" ContentType="application/vnd.openxmlformats-officedocument.theme+xml"/>
  <Override PartName="/ppt/theme/theme9.xml" ContentType="application/vnd.openxmlformats-officedocument.theme+xml"/>
  <Override PartName="/ppt/theme/theme12.xml" ContentType="application/vnd.openxmlformats-officedocument.theme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_rels/presentation.xml.rels" ContentType="application/vnd.openxmlformats-package.relationships+xml"/>
  <Override PartName="/customXml/itemProps6.xml" ContentType="application/vnd.openxmlformats-officedocument.customXml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7.xml"/><Relationship Id="rId13" Type="http://schemas.openxmlformats.org/officeDocument/2006/relationships/slideMaster" Target="slideMasters/slideMaster12.xml"/><Relationship Id="rId18" Type="http://schemas.openxmlformats.org/officeDocument/2006/relationships/slide" Target="slides/slide5.xml"/><Relationship Id="rId26" Type="http://schemas.openxmlformats.org/officeDocument/2006/relationships/customXml" Target="../customXml/item6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8.xml"/><Relationship Id="rId7" Type="http://schemas.openxmlformats.org/officeDocument/2006/relationships/slideMaster" Target="slideMasters/slideMaster6.xml"/><Relationship Id="rId12" Type="http://schemas.openxmlformats.org/officeDocument/2006/relationships/slideMaster" Target="slideMasters/slideMaster11.xml"/><Relationship Id="rId17" Type="http://schemas.openxmlformats.org/officeDocument/2006/relationships/slide" Target="slides/slide4.xml"/><Relationship Id="rId25" Type="http://schemas.openxmlformats.org/officeDocument/2006/relationships/customXml" Target="../customXml/item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theme" Target="theme/theme1.xml"/><Relationship Id="rId6" Type="http://schemas.openxmlformats.org/officeDocument/2006/relationships/slideMaster" Target="slideMasters/slideMaster5.xml"/><Relationship Id="rId11" Type="http://schemas.openxmlformats.org/officeDocument/2006/relationships/slideMaster" Target="slideMasters/slideMaster10.xml"/><Relationship Id="rId24" Type="http://schemas.openxmlformats.org/officeDocument/2006/relationships/customXml" Target="../customXml/item4.xml"/><Relationship Id="rId5" Type="http://schemas.openxmlformats.org/officeDocument/2006/relationships/slideMaster" Target="slideMasters/slideMaster4.xml"/><Relationship Id="rId15" Type="http://schemas.openxmlformats.org/officeDocument/2006/relationships/slide" Target="slides/slide2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9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3.xml"/><Relationship Id="rId9" Type="http://schemas.openxmlformats.org/officeDocument/2006/relationships/slideMaster" Target="slideMasters/slideMaster8.xml"/><Relationship Id="rId14" Type="http://schemas.openxmlformats.org/officeDocument/2006/relationships/slide" Target="slides/slide1.xml"/><Relationship Id="rId22" Type="http://schemas.openxmlformats.org/officeDocument/2006/relationships/slide" Target="slides/slide9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146124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/>
          </p:nvPr>
        </p:nvSpPr>
        <p:spPr>
          <a:xfrm>
            <a:off x="457200" y="1557720"/>
            <a:ext cx="195912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95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C1B03A3-C4C2-411E-9380-E585FA48C6DC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195912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95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457200" y="1557720"/>
            <a:ext cx="195912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95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DAA421-C7FA-4216-A5E1-A7B1C90932B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146124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155772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/>
          </p:nvPr>
        </p:nvSpPr>
        <p:spPr>
          <a:xfrm>
            <a:off x="1461240" y="155772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7A30E4-FDEE-4F28-BA11-962A3DDF155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6072775-8BF6-466B-877C-6960BE69751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9DF4A3-29DC-4C3F-B324-70CE3E488B4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228226-8849-4915-9204-8029133C438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992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8CE3DBF-163F-433F-9048-E16A5DC6BE3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8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870" lnSpcReduction="20000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1461240" y="1203480"/>
            <a:ext cx="9558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870" lnSpcReduction="20000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1F02526-2059-4B2D-B41E-A579D5D4997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2C5E0F8-B349-402C-9683-46C4FA559BD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CBA3ADB-103A-4764-A237-F4B1F30EBFF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1461240" y="1203480"/>
            <a:ext cx="9558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870" lnSpcReduction="20000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155772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EDAF4A6-20E6-476D-A980-1D2F25869B5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9558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870" lnSpcReduction="20000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1461240" y="120348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1461240" y="1557720"/>
            <a:ext cx="955800" cy="32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246"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3DBD71D-4093-4D83-AEE0-84521CEF1BF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251496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946520"/>
            <a:ext cx="401508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1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60B5D9-53BA-4917-AFDE-9926E92DAEBE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1946520"/>
            <a:ext cx="401508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2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28E5C6-090A-4A70-B60E-49763250EB43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251496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194652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2514960" y="194652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3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9A8380-AE36-42BF-B000-5878E58280CB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815120" y="120348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72680" y="120348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194652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1815120" y="194652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3172680" y="1946520"/>
            <a:ext cx="129240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4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2D8FEB-B102-4E4D-90B3-06F2607555A5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Num" idx="5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3BF053-B4CA-4545-8DCD-8D105606B7A3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6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25121A-F768-474C-B61D-6AD3828B409A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7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37F4DC-0443-4804-93D8-7F5509AB0D34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9591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2514960" y="1203480"/>
            <a:ext cx="19591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8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98A223-1735-4EB9-9703-C0B6F2703308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9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8A9E8B-925C-4B08-9A51-5816E0400D77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Num" idx="10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A71B03-0CF1-4AF4-AFA3-74978A9549B9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2514960" y="1203480"/>
            <a:ext cx="19591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57200" y="194652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1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9B96FA-1B47-4D9F-A958-EE555B121C89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19591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2514960" y="120348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2514960" y="1946520"/>
            <a:ext cx="1959120" cy="67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2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C32FB4-EA8D-44EA-A549-801F88929FF3}" type="slidenum">
              <a:rPr b="0" lang="en-US" sz="1300" spc="-1" strike="noStrike">
                <a:solidFill>
                  <a:srgbClr val="8b8b8d"/>
                </a:solidFill>
                <a:latin typeface="Calibri"/>
                <a:ea typeface="Calibri"/>
              </a:rPr>
              <a:t>&lt;number&gt;</a:t>
            </a:fld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blog.casadodesenvolvedor.com.br/principios-solid-o-que-sao/?gad_source=1&amp;gclid=Cj0KCQjw2uiwBhCXARIsACMvIU1MCUlCpXDmjDY5LiVnSFCOYtAdgAYN3kVeJQk-IpU8p18JFFmK6BEaAmGqEALw_wcB" TargetMode="External"/><Relationship Id="rId2" Type="http://schemas.openxmlformats.org/officeDocument/2006/relationships/hyperlink" Target="https://medium.com/desenvolvendo-com-paixao/o-que-&#233;-solid-o-guia-completo-para-voc&#234;-entender-os-5-princ&#237;pios-da-poo-2b937b3fc530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194;p5"/>
          <p:cNvSpPr/>
          <p:nvPr/>
        </p:nvSpPr>
        <p:spPr>
          <a:xfrm>
            <a:off x="529560" y="3874320"/>
            <a:ext cx="7407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5" name="Google Shape;196;p5"/>
          <p:cNvSpPr/>
          <p:nvPr/>
        </p:nvSpPr>
        <p:spPr>
          <a:xfrm>
            <a:off x="565560" y="1785600"/>
            <a:ext cx="7407000" cy="16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Entendendo SOLID</a:t>
            </a:r>
            <a:endParaRPr b="0" lang="pt-BR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sldNum" idx="13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1AD25906-1CC6-48AB-AB34-5DC155881E1E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77" name="Imagem 4" descr=""/>
          <p:cNvPicPr/>
          <p:nvPr/>
        </p:nvPicPr>
        <p:blipFill>
          <a:blip r:embed="rId1"/>
          <a:stretch/>
        </p:blipFill>
        <p:spPr>
          <a:xfrm>
            <a:off x="8394120" y="161640"/>
            <a:ext cx="648360" cy="26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203;g109ffa863cd_0_328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É um acrônimo que cita 5 princípios fundamentais para o desenvolvimento de um software de arquitetura robusta e de fácil manutenção, criados por Michael Feathers e introduzidos por Robert C. Martin ( conhecido como “Uncle Bob”) 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204;g109ffa863cd_0_328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Definição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sldNum" idx="14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75768B68-2F05-4B0B-AC17-F814979C3198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" name="Imagem 3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203;g109ffa863cd_0_ 1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O Principio da responsabilidade única diz que suas classes devem ser especialista em uma única tarefa ao invés de ter classes que realizam N tarefas.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204;g109ffa863cd_0_ 2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SRP – Single Responsibility Principle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sldNum" idx="15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EE8536DF-4234-43CF-B4CF-BF9562330237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5" name="Imagem 2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03;g109ffa863cd_0_ 2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O Principio do aberto e fechado diz que as partes que compõe o nosso software devem ser fechados para modificações, mas devem ser aberto para extensões.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204;g109ffa863cd_0_ 3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OCP – Open/Closed Principle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16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5C74C830-A9C9-46C0-97EB-3A5BC38BC6C3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9" name="Imagem 6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203;g109ffa863cd_0_ 3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O Principio da substituição de Liskov diz que objetos de um tipo base devem ser substituíveis por instâncias de um subtipo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204;g109ffa863cd_0_ 4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LSP – Liskov Substitution Principle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sldNum" idx="17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22CB4E49-D113-4A6B-9FEE-70DF114031C8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3" name="Imagem 7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203;g109ffa863cd_0_ 4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O Principio da segregação de interface diz que interfaces com muitas funcionalidades não coesas devem ser divididas em interfaces menores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204;g109ffa863cd_0_ 5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ISP – Interface Segregation Principle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sldNum" idx="18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73950889-6093-41A5-9E9A-91489EE55AB6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7" name="Imagem 8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203;g109ffa863cd_0_ 6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O Principio da inversão de dependência diz que módulos do sistema deve depender de interfaces e não de implementações específicas.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Google Shape;204;g109ffa863cd_0_ 7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DIP – Dependency Inversion Principle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19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D03844C8-6D69-456B-970B-C03C3085F884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1" name="Imagem 9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203;g109ffa863cd_0_ 7"/>
          <p:cNvSpPr/>
          <p:nvPr/>
        </p:nvSpPr>
        <p:spPr>
          <a:xfrm>
            <a:off x="565560" y="1481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216000" indent="-21600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Manutenção Simplificada;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Reutilização de Código;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Legibilidade Aprimorada;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Redução de erros;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algn="just">
              <a:lnSpc>
                <a:spcPct val="115000"/>
              </a:lnSpc>
              <a:spcBef>
                <a:spcPts val="1001"/>
              </a:spcBef>
              <a:buClr>
                <a:srgbClr val="040a24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pt-BR" sz="2400" spc="-1" strike="noStrike">
                <a:solidFill>
                  <a:srgbClr val="040a24"/>
                </a:solidFill>
                <a:latin typeface="Calibri"/>
                <a:ea typeface="Calibri"/>
              </a:rPr>
              <a:t>Baixo acoplamento.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204;g109ffa863cd_0_ 8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Vantagens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sldNum" idx="20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EA3BA885-E4D0-41F1-BDC8-D3438071781F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Imagem 10" descr=""/>
          <p:cNvPicPr/>
          <p:nvPr/>
        </p:nvPicPr>
        <p:blipFill>
          <a:blip r:embed="rId1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03;g109ffa863cd_0_ 5"/>
          <p:cNvSpPr/>
          <p:nvPr/>
        </p:nvSpPr>
        <p:spPr>
          <a:xfrm>
            <a:off x="565560" y="797040"/>
            <a:ext cx="80136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1"/>
              </a:rPr>
              <a:t>https://blog.casadodesenvolvedor.com.br/principios-solid-o-que-sao/?gad_source=1&amp;gclid=Cj0KCQjw2uiwBhCXARIsACMvIU1MCUlCpXDmjDY5LiVnSFCOYtAdgAYN3kVeJQk-IpU8p18JFFmK6BEaAmGqEALw_wcB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 u="sng">
                <a:solidFill>
                  <a:srgbClr val="0563c1"/>
                </a:solidFill>
                <a:uFillTx/>
                <a:latin typeface="Calibri"/>
                <a:ea typeface="Calibri"/>
                <a:hlinkClick r:id="rId2"/>
              </a:rPr>
              <a:t>https://medium.com/desenvolvendo-com-paixao/o-que-é-solid-o-guia-completo-para-você-entender-os-5-princípios-da-poo-2b937b3fc530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pt-BR" sz="2400" spc="-1" strike="noStrike" u="sng">
                <a:solidFill>
                  <a:srgbClr val="0563c1"/>
                </a:solidFill>
                <a:uFillTx/>
                <a:latin typeface="Calibri"/>
                <a:ea typeface="Calibri"/>
              </a:rPr>
              <a:t>http://butunclebob.com/ArticleS.UncleBob.PrinciplesOfOod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204;g109ffa863cd_0_ 6"/>
          <p:cNvSpPr/>
          <p:nvPr/>
        </p:nvSpPr>
        <p:spPr>
          <a:xfrm>
            <a:off x="565560" y="636480"/>
            <a:ext cx="801360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</a:pPr>
            <a:r>
              <a:rPr b="1" lang="pt-BR" sz="4000" spc="-1" strike="noStrike">
                <a:solidFill>
                  <a:srgbClr val="ea4e60"/>
                </a:solidFill>
                <a:latin typeface="Century Gothic"/>
                <a:ea typeface="Century Gothic"/>
              </a:rPr>
              <a:t>Referências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21"/>
          </p:nvPr>
        </p:nvSpPr>
        <p:spPr>
          <a:xfrm>
            <a:off x="8556840" y="474984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300" spc="-1" strike="noStrike">
                <a:solidFill>
                  <a:srgbClr val="8b8b8d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[</a:t>
            </a:r>
            <a:fld id="{E6A68FCD-1A89-4535-BE03-B9BAD0625F1D}" type="slidenum">
              <a:rPr b="0" lang="pt-BR" sz="1300" spc="-1" strike="noStrike">
                <a:solidFill>
                  <a:srgbClr val="ea4e60"/>
                </a:solidFill>
                <a:latin typeface="Calibri"/>
                <a:ea typeface="Calibri"/>
              </a:rPr>
              <a:t>&lt;number&gt;</a:t>
            </a:fld>
            <a:r>
              <a:rPr b="0" lang="pt-BR" sz="1300" spc="-1" strike="noStrike">
                <a:solidFill>
                  <a:srgbClr val="8b8b8d"/>
                </a:solidFill>
                <a:latin typeface="Calibri"/>
                <a:ea typeface="Calibri"/>
              </a:rPr>
              <a:t>]</a:t>
            </a:r>
            <a:endParaRPr b="0" lang="pt-BR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9" name="Imagem 5" descr=""/>
          <p:cNvPicPr/>
          <p:nvPr/>
        </p:nvPicPr>
        <p:blipFill>
          <a:blip r:embed="rId3"/>
          <a:stretch/>
        </p:blipFill>
        <p:spPr>
          <a:xfrm>
            <a:off x="8427240" y="150840"/>
            <a:ext cx="593640" cy="24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7" ma:contentTypeDescription="Create a new document." ma:contentTypeScope="" ma:versionID="95cfa1b356ebc00e7ae0651ac289c61a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e4c6b8551cacebbb625ac86333d8910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9" ma:contentTypeDescription="Crie um novo documento." ma:contentTypeScope="" ma:versionID="a21747ac3f2fefcc97223b252ccb63af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d12346cfa61b1f954f013205c72b1c6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7923BAC-0001-4584-8733-D1887252A536}"/>
</file>

<file path=customXml/itemProps4.xml><?xml version="1.0" encoding="utf-8"?>
<ds:datastoreItem xmlns:ds="http://schemas.openxmlformats.org/officeDocument/2006/customXml" ds:itemID="{3CC50275-2504-4F96-BA14-1D8ABB64C468}"/>
</file>

<file path=customXml/itemProps5.xml><?xml version="1.0" encoding="utf-8"?>
<ds:datastoreItem xmlns:ds="http://schemas.openxmlformats.org/officeDocument/2006/customXml" ds:itemID="{316BE6BC-4BF2-49F2-B135-91EC0A849867}"/>
</file>

<file path=customXml/itemProps6.xml><?xml version="1.0" encoding="utf-8"?>
<ds:datastoreItem xmlns:ds="http://schemas.openxmlformats.org/officeDocument/2006/customXml" ds:itemID="{6DA0BAC6-36B1-4546-B96C-CE01886B540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Application>LibreOffice/7.6.6.3$MacOSX_AARCH64 LibreOffice_project/d97b2716a9a4a2ce1391dee1765565ea469b0ae7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Larissa Mestieri</dc:creator>
  <dc:description/>
  <cp:lastModifiedBy/>
  <cp:revision>68</cp:revision>
  <dcterms:modified xsi:type="dcterms:W3CDTF">2024-04-23T23:35:59Z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  <property fmtid="{D5CDD505-2E9C-101B-9397-08002B2CF9AE}" pid="4" name="Notes">
    <vt:i4>14</vt:i4>
  </property>
  <property fmtid="{D5CDD505-2E9C-101B-9397-08002B2CF9AE}" pid="5" name="PresentationFormat">
    <vt:lpwstr>Apresentação na tela (16:9)</vt:lpwstr>
  </property>
  <property fmtid="{D5CDD505-2E9C-101B-9397-08002B2CF9AE}" pid="6" name="Slides">
    <vt:i4>19</vt:i4>
  </property>
</Properties>
</file>